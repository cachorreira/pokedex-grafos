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Comece explicando que a apresentação não é apenas sobre a tela da Pokedex.
O foco principal é mostrar como a aplicação foi organizada para rodar em Docker, com aplicação e banco em containers separados.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vale falar de forma simples: Docker é a embalagem do ambiente.
Ele evita que o projeto dependa de versões instaladas manualmente na máquina de apresentação.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fluxo: navegador chama o app na porta 3000, o backend consulta o banco pelo protocolo Bolt, e o banco grava em volume.
Esse slide ajuda a conectar Docker com o funcionamento real da aplicação.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precisa decorar linha por linha, mas precisa entender a lógica.
Diga que multi-stage build evita misturar a etapa de construção do frontend com a etapa final de execução.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que o Compose não é código da aplicação; ele é a descrição do ambiente.
É aqui que aparecem os dois serviços obrigatórios do trabalho.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é um bom momento para explicar por que localhost não é usado dentro do container.
O Compose cria uma espécie de DNS interno: o nome do serviço vira endereço.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imagem para mostrar que os nomes da rede e dos volumes realmente existem no Docker.
Reforce que container é descartável, mas volume é feito para guardar 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cada comando pelo objetivo, não apenas pelo nome.
O professor quer ver evidência de execução, então os prints e os comandos no terminal são importantes.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você pode dizer que essas telas comprovam que o Docker executa containers, lista imagens e controla o ciclo de vida deles.
O docker ps mostra app e Neo4j ativos.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explicação aqui deve conectar código com Docker: todo esse backend roda dentro do container app.
Mostre que o backend não salva dados em arquivo local; ele manda para o Neo4j.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com tabela de forma simples: em grafo, a relação aparece como parte central do modelo.
Mostre o Neo4j Browser como prova visual desses nós e relacionamentos.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slide é a demonstração mais fácil de entender para quem não conhece Docker.
Explique que a tela bonita é só a ponta; por trás estão os containers e o banco.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slide serve para organizar a apresentação e evitar repetição.
Cada pessoa deve falar da sua parte, mas todas devem entender a sequência geral.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Finalize com segurança: o trabalho atende aos pontos principais de Docker exigidos.
Se houver pergunta, volte aos slides de Compose, rede e volume.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71323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NEO4J + EXPRESS + DOCKER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1024128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Pokedex em Grafos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 Docker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658368" y="2304288"/>
            <a:ext cx="571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3041"/>
                </a:solidFill>
              </a:rPr>
              <a:t>Uma explicação guiada sobre como a aplicação foi empacotada, executada em containers e conectada ao banco Neo4j.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452360" y="822960"/>
            <a:ext cx="3886200" cy="4892040"/>
          </a:xfrm>
          <a:prstGeom prst="roundRect">
            <a:avLst>
              <a:gd name="adj" fmla="val 2824"/>
            </a:avLst>
          </a:prstGeom>
          <a:solidFill>
            <a:srgbClr val="F7FAFC"/>
          </a:solidFill>
          <a:ln w="12700">
            <a:solidFill>
              <a:srgbClr val="D8E2EF"/>
            </a:solidFill>
            <a:prstDash val="solid"/>
          </a:ln>
        </p:spPr>
      </p:sp>
      <p:pic>
        <p:nvPicPr>
          <p:cNvPr id="8" name="Image 0" descr="C:\Users\Kaique Alves\Pictures\Screenshots\Captura de tela 2026-06-10 1208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005840"/>
            <a:ext cx="3520440" cy="2057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635240" y="1005840"/>
            <a:ext cx="3520440" cy="2057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E2EF"/>
            </a:solidFill>
            <a:prstDash val="solid"/>
          </a:ln>
        </p:spPr>
      </p:sp>
      <p:pic>
        <p:nvPicPr>
          <p:cNvPr id="10" name="Image 1" descr="C:\Users\Kaique Alves\Pictures\Screenshots\Captura de tela 2026-06-10 12112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310128"/>
            <a:ext cx="3520440" cy="20574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635240" y="3310128"/>
            <a:ext cx="3520440" cy="2057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58368" y="580644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Integrantes: Kaique, Gustavo, Pedro, Matheus e Peterson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1320272" y="63367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POKEDEX EM GRAFOS COM DOCKER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67512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 que usamos Docker neste projeto?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1572768"/>
            <a:ext cx="640080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53041"/>
                </a:solidFill>
              </a:rPr>
              <a:t>O Docker permite executar a aplicação em um ambiente padronizado, independente das configurações da máquina.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53041"/>
                </a:solidFill>
              </a:rPr>
              <a:t>A aplicação e o banco Neo4j ficam isolados em containers, mas conectados por uma rede própria.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53041"/>
                </a:solidFill>
              </a:rPr>
              <a:t>O Docker Compose reduz o processo de execução a um comando principal: docker compose up --build.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53041"/>
                </a:solidFill>
              </a:rPr>
              <a:t>Com volumes, os dados do banco podem continuar existindo mesmo quando o container é reiniciado.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52360" y="1417320"/>
            <a:ext cx="3977640" cy="1143000"/>
          </a:xfrm>
          <a:prstGeom prst="roundRect">
            <a:avLst>
              <a:gd name="adj" fmla="val 6400"/>
            </a:avLst>
          </a:prstGeom>
          <a:solidFill>
            <a:srgbClr val="EAF2FF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52360" y="1417320"/>
            <a:ext cx="73152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5240" y="15544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Ideia principal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35240" y="1837944"/>
            <a:ext cx="3657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53041"/>
                </a:solidFill>
              </a:rPr>
              <a:t>Em vez de depender de instalações manuais, o projeto descreve sua infraestrutura em arquivos.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7452360" y="2788920"/>
            <a:ext cx="3977640" cy="1143000"/>
          </a:xfrm>
          <a:prstGeom prst="roundRect">
            <a:avLst>
              <a:gd name="adj" fmla="val 6400"/>
            </a:avLst>
          </a:prstGeom>
          <a:solidFill>
            <a:srgbClr val="E8F7EE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52360" y="2788920"/>
            <a:ext cx="73152" cy="1143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35240" y="29260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O que o professor deve ver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35240" y="3209544"/>
            <a:ext cx="3657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53041"/>
                </a:solidFill>
              </a:rPr>
              <a:t>Containers ativos, imagem criada, portas publicadas, rede personalizada e volumes persistentes.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7452360" y="4160520"/>
            <a:ext cx="3977640" cy="1143000"/>
          </a:xfrm>
          <a:prstGeom prst="roundRect">
            <a:avLst>
              <a:gd name="adj" fmla="val 6400"/>
            </a:avLst>
          </a:prstGeom>
          <a:solidFill>
            <a:srgbClr val="FFF7E6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52360" y="4160520"/>
            <a:ext cx="73152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35240" y="42976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Resultado esperado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635240" y="4581144"/>
            <a:ext cx="3657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53041"/>
                </a:solidFill>
              </a:rPr>
              <a:t>A Pokedex abre no navegador e o Neo4j mostra os dados armazenados como grafo.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11320272" y="63367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POKEDEX EM GRAFOS COM DOCKER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67512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Arquitetura geral do ambiente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85800" y="201168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EAF2FF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011680"/>
            <a:ext cx="73152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14884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Navegador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432304"/>
            <a:ext cx="17830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53041"/>
                </a:solidFill>
              </a:rPr>
              <a:t>Usuário acessa localhost:3000/app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3657600" y="2011680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E8F7EE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2011680"/>
            <a:ext cx="73152" cy="1143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21488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Container app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0" y="2432304"/>
            <a:ext cx="20116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53041"/>
                </a:solidFill>
              </a:rPr>
              <a:t>Backend Express + frontend compilado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6858000" y="2011680"/>
            <a:ext cx="2377440" cy="1143000"/>
          </a:xfrm>
          <a:prstGeom prst="roundRect">
            <a:avLst>
              <a:gd name="adj" fmla="val 6400"/>
            </a:avLst>
          </a:prstGeom>
          <a:solidFill>
            <a:srgbClr val="FFF7E6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0" y="2011680"/>
            <a:ext cx="73152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214884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Container Neo4j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040880" y="2432304"/>
            <a:ext cx="20574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53041"/>
                </a:solidFill>
              </a:rPr>
              <a:t>Banco de dados em grafo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9829800" y="2011680"/>
            <a:ext cx="1737360" cy="1143000"/>
          </a:xfrm>
          <a:prstGeom prst="roundRect">
            <a:avLst>
              <a:gd name="adj" fmla="val 6400"/>
            </a:avLst>
          </a:prstGeom>
          <a:solidFill>
            <a:srgbClr val="FDECEC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29800" y="2011680"/>
            <a:ext cx="73152" cy="1143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12680" y="21488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Volume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12680" y="2432304"/>
            <a:ext cx="1417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53041"/>
                </a:solidFill>
              </a:rPr>
              <a:t>Persistência dos dados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2880360" y="2331720"/>
            <a:ext cx="594360" cy="384048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2331720"/>
            <a:ext cx="594360" cy="384048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00032" y="2331720"/>
            <a:ext cx="320040" cy="384048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0" y="370332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02A"/>
                </a:solidFill>
              </a:rPr>
              <a:t>Rede Docker personalizada: pokedex_net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2057400" y="41605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253041"/>
                </a:solidFill>
              </a:rPr>
              <a:t>Dentro dessa rede, o backend não usa localhost para encontrar o banco. Ele usa o nome do serviço: neo4j.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1320272" y="63367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POKEDEX EM GRAFOS COM DOCKER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67512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Dockerfile: a imagem da aplicação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58368" y="1417320"/>
            <a:ext cx="5349240" cy="4526280"/>
          </a:xfrm>
          <a:prstGeom prst="roundRect">
            <a:avLst>
              <a:gd name="adj" fmla="val 1616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527048"/>
            <a:ext cx="5129784" cy="4325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node:20-alpine AS frontend-build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/app/frontend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frontend/package*.json ./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npm ci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frontend/ ./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npm run build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node:20-alpine AS app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NODE_ENV=production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backend/package*.json ./backend/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cd backend &amp;&amp; npm ci --omit=dev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backend ./backend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--from=frontend-build /app/frontend/dist ./frontend/dist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/app/backend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3000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["npm", "start"]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6446520" y="1600200"/>
            <a:ext cx="4800600" cy="2834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53041"/>
                </a:solidFill>
              </a:rPr>
              <a:t>A primeira etapa compila o frontend.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53041"/>
                </a:solidFill>
              </a:rPr>
              <a:t>A segunda etapa prepara o backend para produção.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53041"/>
                </a:solidFill>
              </a:rPr>
              <a:t>O resultado final junta o backend com a pasta dist do frontend.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53041"/>
                </a:solidFill>
              </a:rPr>
              <a:t>Quando o container inicia, ele executa npm start e escuta na porta 3000.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46520" y="4617720"/>
            <a:ext cx="4800600" cy="868680"/>
          </a:xfrm>
          <a:prstGeom prst="roundRect">
            <a:avLst>
              <a:gd name="adj" fmla="val 8421"/>
            </a:avLst>
          </a:prstGeom>
          <a:solidFill>
            <a:srgbClr val="EAF2FF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461772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475488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Como explicar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29400" y="5038344"/>
            <a:ext cx="4480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53041"/>
                </a:solidFill>
              </a:rPr>
              <a:t>O Dockerfile funciona como a receita da imagem: ele diz qual base usar, quais arquivos copiar, quais dependências instalar e qual comando iniciar.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11320272" y="63367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POKEDEX EM GRAFOS COM DOCKER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67512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Docker Compose: dois serviços trabalhando juntos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58368" y="141732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527048"/>
            <a:ext cx="5175504" cy="4233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neo4j: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neo4j:5-community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container_name: pokedex-neo4j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NEO4J_AUTH: neo4j/pokedex123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"7474:7474"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"7687:7687"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neo4j_data:/data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neo4j_logs:/logs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networks: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pokedex_net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build: 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container_name: pokedex-app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depends_on: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neo4j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restart: on-failure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0" y="1417320"/>
            <a:ext cx="4983480" cy="1097280"/>
          </a:xfrm>
          <a:prstGeom prst="roundRect">
            <a:avLst>
              <a:gd name="adj" fmla="val 6667"/>
            </a:avLst>
          </a:prstGeom>
          <a:solidFill>
            <a:srgbClr val="FFF7E6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417320"/>
            <a:ext cx="73152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55448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Serviço neo4j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0" y="183794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53041"/>
                </a:solidFill>
              </a:rPr>
              <a:t>É o banco em grafo. Publica a porta 7474 para o navegador e a porta 7687 para o backend.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6400800" y="2788920"/>
            <a:ext cx="4983480" cy="1097280"/>
          </a:xfrm>
          <a:prstGeom prst="roundRect">
            <a:avLst>
              <a:gd name="adj" fmla="val 6667"/>
            </a:avLst>
          </a:prstGeom>
          <a:solidFill>
            <a:srgbClr val="E8F7EE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2788920"/>
            <a:ext cx="73152" cy="1097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92608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Serviço app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0" y="320954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53041"/>
                </a:solidFill>
              </a:rPr>
              <a:t>É a aplicação. A imagem é construída pelo Dockerfile e o container publica a porta 3000.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6400800" y="4160520"/>
            <a:ext cx="4983480" cy="1097280"/>
          </a:xfrm>
          <a:prstGeom prst="roundRect">
            <a:avLst>
              <a:gd name="adj" fmla="val 6667"/>
            </a:avLst>
          </a:prstGeom>
          <a:solidFill>
            <a:srgbClr val="EAF2FF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4160520"/>
            <a:ext cx="73152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429768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Compose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458114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53041"/>
                </a:solidFill>
              </a:rPr>
              <a:t>Coordena tudo: serviços, portas, variáveis de ambiente, volumes e rede.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11320272" y="63367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POKEDEX EM GRAFOS COM DOCKER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67512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Variáveis de ambiente e conexão com o banco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13232" y="1444752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54480"/>
            <a:ext cx="5038344" cy="1536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PORT: 3000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NEO4J_URI: bolt://neo4j:7687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NEO4J_USER: neo4j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NEO4J_PASSWORD: pokedex123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JWT_SECRET: pokedex_backend_dev_secret_2026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3232" y="365760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767328"/>
            <a:ext cx="5038344" cy="162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driver = neo4j.driver(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process.env.NEO4J_URI,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neo4j.auth.basic(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process.env.NEO4J_USER,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process.env.NEO4J_PASSWORD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73952" y="1463040"/>
            <a:ext cx="470916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53041"/>
                </a:solidFill>
              </a:rPr>
              <a:t>As configurações sensíveis não ficam fixas no código principal.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53041"/>
                </a:solidFill>
              </a:rPr>
              <a:t>O backend lê a URI, usuário e senha a partir do ambiente do container.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53041"/>
                </a:solidFill>
              </a:rPr>
              <a:t>O endereço bolt://neo4j:7687 funciona porque app e Neo4j estão na mesma rede Docker.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253041"/>
                </a:solidFill>
              </a:rPr>
              <a:t>O JWT_SECRET é usado para assinar o token de autenticação do usuário.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1320272" y="63367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POKEDEX EM GRAFOS COM DOCKER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67512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Rede e volumes: comunicação e persistência</a:t>
            </a:r>
            <a:endParaRPr lang="en-US" sz="2600" dirty="0"/>
          </a:p>
        </p:txBody>
      </p:sp>
      <p:pic>
        <p:nvPicPr>
          <p:cNvPr id="6" name="Image 0" descr="C:\Users\Kaique Alves\Pictures\Screenshots\Captura de tela 2026-06-10 1206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5303520" cy="1417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417320"/>
            <a:ext cx="5303520" cy="1417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5800" y="3246120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EAF2FF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3246120"/>
            <a:ext cx="73152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3383280"/>
            <a:ext cx="4983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Rede personalizada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68680" y="3666744"/>
            <a:ext cx="4983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53041"/>
                </a:solidFill>
              </a:rPr>
              <a:t>A rede pokedex_net permite que app e neo4j conversem pelo nome dos serviços.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685800" y="4572000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E8F7EE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5800" y="4572000"/>
            <a:ext cx="73152" cy="10515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" y="4709160"/>
            <a:ext cx="4983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Volumes persistentes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68680" y="4992624"/>
            <a:ext cx="49834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53041"/>
                </a:solidFill>
              </a:rPr>
              <a:t>neo4j_data guarda os dados do banco; neo4j_logs guarda os registros do Neo4j.</a:t>
            </a:r>
            <a:endParaRPr lang="en-US" sz="1320" dirty="0"/>
          </a:p>
        </p:txBody>
      </p:sp>
      <p:sp>
        <p:nvSpPr>
          <p:cNvPr id="16" name="Text 13"/>
          <p:cNvSpPr/>
          <p:nvPr/>
        </p:nvSpPr>
        <p:spPr>
          <a:xfrm>
            <a:off x="6446520" y="1554480"/>
            <a:ext cx="4800600" cy="2788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53041"/>
                </a:solidFill>
              </a:rPr>
              <a:t>Sem rede, os containers não teriam uma comunicação organizada entre si.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53041"/>
                </a:solidFill>
              </a:rPr>
              <a:t>Sem volume, recriar o container do banco poderia apagar os dados armazenados.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253041"/>
                </a:solidFill>
              </a:rPr>
              <a:t>A persistência é essencial para favoritos, equipes e dados cadastrados.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1320272" y="63367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POKEDEX EM GRAFOS COM DOCKER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67512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Comandos básicos usados nos testes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13232" y="1444752"/>
            <a:ext cx="1074420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563624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--rm hello-world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4434840" y="155448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53041"/>
                </a:solidFill>
              </a:rPr>
              <a:t>confirma que o Docker consegue executar uma imagem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13232" y="2066544"/>
            <a:ext cx="10744200" cy="493776"/>
          </a:xfrm>
          <a:prstGeom prst="roundRect">
            <a:avLst>
              <a:gd name="adj" fmla="val 11111"/>
            </a:avLst>
          </a:prstGeom>
          <a:solidFill>
            <a:srgbClr val="F7FAFC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185416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--build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4434840" y="2176272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53041"/>
                </a:solidFill>
              </a:rPr>
              <a:t>constrói a imagem e sobe app + banco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13232" y="2688336"/>
            <a:ext cx="1074420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807208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ps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4434840" y="2798064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53041"/>
                </a:solidFill>
              </a:rPr>
              <a:t>mostra os containers em execução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13232" y="3310128"/>
            <a:ext cx="1074420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342900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images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4434840" y="3419856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53041"/>
                </a:solidFill>
              </a:rPr>
              <a:t>lista as imagens disponíveis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13232" y="3931920"/>
            <a:ext cx="10744200" cy="493776"/>
          </a:xfrm>
          <a:prstGeom prst="roundRect">
            <a:avLst>
              <a:gd name="adj" fmla="val 11111"/>
            </a:avLst>
          </a:prstGeom>
          <a:solidFill>
            <a:srgbClr val="F7FAFC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405079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stop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4434840" y="4041648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53041"/>
                </a:solidFill>
              </a:rPr>
              <a:t>para um container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13232" y="4553712"/>
            <a:ext cx="1074420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4672584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720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rm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4434840" y="466344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53041"/>
                </a:solidFill>
              </a:rPr>
              <a:t>remove um container parado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13232" y="5532120"/>
            <a:ext cx="10744200" cy="566928"/>
          </a:xfrm>
          <a:prstGeom prst="roundRect">
            <a:avLst>
              <a:gd name="adj" fmla="val 12903"/>
            </a:avLst>
          </a:prstGeom>
          <a:solidFill>
            <a:srgbClr val="FFF7E6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5532120"/>
            <a:ext cx="73152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5669280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Como apresentar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96112" y="5952744"/>
            <a:ext cx="10424160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53041"/>
                </a:solidFill>
              </a:rPr>
              <a:t>Não é necessário executar todos demoradamente; mostre os prints ou rode os principais para comprovar que o ambiente funciona.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11320272" y="63367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POKEDEX EM GRAFOS COM DOCKER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67512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Evidências: Docker em execução</a:t>
            </a:r>
            <a:endParaRPr lang="en-US" sz="2600" dirty="0"/>
          </a:p>
        </p:txBody>
      </p:sp>
      <p:pic>
        <p:nvPicPr>
          <p:cNvPr id="6" name="Image 0" descr="C:\Users\Kaique Alves\Pictures\Screenshots\Captura de tela 2026-06-10 1202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71600"/>
            <a:ext cx="5532120" cy="2240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1371600"/>
            <a:ext cx="5532120" cy="22402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E2EF"/>
            </a:solidFill>
            <a:prstDash val="solid"/>
          </a:ln>
        </p:spPr>
      </p:sp>
      <p:pic>
        <p:nvPicPr>
          <p:cNvPr id="8" name="Image 1" descr="C:\Users\Kaique Alves\Pictures\Screenshots\Captura de tela 2026-06-10 12034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371600"/>
            <a:ext cx="5257800" cy="22402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355080" y="1371600"/>
            <a:ext cx="5257800" cy="22402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E2EF"/>
            </a:solidFill>
            <a:prstDash val="solid"/>
          </a:ln>
        </p:spPr>
      </p:sp>
      <p:pic>
        <p:nvPicPr>
          <p:cNvPr id="10" name="Image 2" descr="C:\Users\Kaique Alves\Pictures\Screenshots\Captura de tela 2026-06-10 12042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931920"/>
            <a:ext cx="5532120" cy="196596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94360" y="3931920"/>
            <a:ext cx="5532120" cy="19659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E2EF"/>
            </a:solidFill>
            <a:prstDash val="solid"/>
          </a:ln>
        </p:spPr>
      </p:sp>
      <p:pic>
        <p:nvPicPr>
          <p:cNvPr id="12" name="Image 3" descr="C:\Users\Kaique Alves\Pictures\Screenshots\Captura de tela 2026-06-10 12055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931920"/>
            <a:ext cx="5257800" cy="196596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355080" y="3931920"/>
            <a:ext cx="5257800" cy="19659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11320272" y="63367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POKEDEX EM GRAFOS COM DOCKER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67512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 dentro do container app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1481328"/>
            <a:ext cx="5715000" cy="3291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60" dirty="0">
                <a:solidFill>
                  <a:srgbClr val="253041"/>
                </a:solidFill>
              </a:rPr>
              <a:t>app.js inicializa o servidor Express, configura rotas e serve o frontend compilado.</a:t>
            </a:r>
            <a:endParaRPr lang="en-US" sz="1460" dirty="0"/>
          </a:p>
          <a:p>
            <a:pPr marL="177800" indent="-177800">
              <a:buSzPct val="100000"/>
              <a:buChar char="•"/>
            </a:pPr>
            <a:r>
              <a:rPr lang="en-US" sz="1460" dirty="0">
                <a:solidFill>
                  <a:srgbClr val="253041"/>
                </a:solidFill>
              </a:rPr>
              <a:t>database.js abre a conexão com o Neo4j usando variáveis de ambiente.</a:t>
            </a:r>
            <a:endParaRPr lang="en-US" sz="1460" dirty="0"/>
          </a:p>
          <a:p>
            <a:pPr marL="177800" indent="-177800">
              <a:buSzPct val="100000"/>
              <a:buChar char="•"/>
            </a:pPr>
            <a:r>
              <a:rPr lang="en-US" sz="1460" dirty="0">
                <a:solidFill>
                  <a:srgbClr val="253041"/>
                </a:solidFill>
              </a:rPr>
              <a:t>seed.js cria dados iniciais para o grafo aparecer populado.</a:t>
            </a:r>
            <a:endParaRPr lang="en-US" sz="1460" dirty="0"/>
          </a:p>
          <a:p>
            <a:pPr marL="177800" indent="-177800">
              <a:buSzPct val="100000"/>
              <a:buChar char="•"/>
            </a:pPr>
            <a:r>
              <a:rPr lang="en-US" sz="1460" dirty="0">
                <a:solidFill>
                  <a:srgbClr val="253041"/>
                </a:solidFill>
              </a:rPr>
              <a:t>controllers concentram as regras de login, Pokémon, favoritos, equipes e grafo.</a:t>
            </a:r>
            <a:endParaRPr lang="en-US" sz="1460" dirty="0"/>
          </a:p>
          <a:p>
            <a:pPr marL="177800" indent="-177800">
              <a:buSzPct val="100000"/>
              <a:buChar char="•"/>
            </a:pPr>
            <a:r>
              <a:rPr lang="en-US" sz="1460" dirty="0">
                <a:solidFill>
                  <a:srgbClr val="253041"/>
                </a:solidFill>
              </a:rPr>
              <a:t>middlewares validam token JWT, tratam erros, logs e entradas inválidas.</a:t>
            </a:r>
            <a:endParaRPr lang="en-US" sz="1460" dirty="0"/>
          </a:p>
        </p:txBody>
      </p:sp>
      <p:sp>
        <p:nvSpPr>
          <p:cNvPr id="7" name="Shape 5"/>
          <p:cNvSpPr/>
          <p:nvPr/>
        </p:nvSpPr>
        <p:spPr>
          <a:xfrm>
            <a:off x="6720840" y="1508760"/>
            <a:ext cx="4434840" cy="960120"/>
          </a:xfrm>
          <a:prstGeom prst="roundRect">
            <a:avLst>
              <a:gd name="adj" fmla="val 7619"/>
            </a:avLst>
          </a:prstGeom>
          <a:solidFill>
            <a:srgbClr val="EAF2FF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20840" y="1508760"/>
            <a:ext cx="73152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03720" y="16459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Autenticação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03720" y="1929384"/>
            <a:ext cx="4114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53041"/>
                </a:solidFill>
              </a:rPr>
              <a:t>bcrypt protege a senha; JWT identifica o usuário nas próximas requisições.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6720840" y="2788920"/>
            <a:ext cx="4434840" cy="960120"/>
          </a:xfrm>
          <a:prstGeom prst="roundRect">
            <a:avLst>
              <a:gd name="adj" fmla="val 7619"/>
            </a:avLst>
          </a:prstGeom>
          <a:solidFill>
            <a:srgbClr val="E8F7EE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20840" y="2788920"/>
            <a:ext cx="73152" cy="9601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03720" y="292608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Favoritos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03720" y="3209544"/>
            <a:ext cx="4114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53041"/>
                </a:solidFill>
              </a:rPr>
              <a:t>O usuário se relaciona com Pokémon por FAVORITOU.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6720840" y="4069080"/>
            <a:ext cx="4434840" cy="960120"/>
          </a:xfrm>
          <a:prstGeom prst="roundRect">
            <a:avLst>
              <a:gd name="adj" fmla="val 7619"/>
            </a:avLst>
          </a:prstGeom>
          <a:solidFill>
            <a:srgbClr val="FFF7E6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4069080"/>
            <a:ext cx="73152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42062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Equipes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03720" y="4489704"/>
            <a:ext cx="4114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53041"/>
                </a:solidFill>
              </a:rPr>
              <a:t>O usuário cria uma Equipe, e a equipe recebe membros Pokémon.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11320272" y="63367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POKEDEX EM GRAFOS COM DOCKER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67512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os dados são armazenados em grafo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58368" y="1417320"/>
            <a:ext cx="5440680" cy="2423160"/>
          </a:xfrm>
          <a:prstGeom prst="roundRect">
            <a:avLst>
              <a:gd name="adj" fmla="val 3019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527048"/>
            <a:ext cx="5221224" cy="2221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(u:Usuario)-[:FAVORITOU]-&gt;(p:Pokemon)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(u:Usuario)-[:CRIOU_EQUIPE]-&gt;(e:Equipe)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(e:Equipe)-[:TEM_MEMBRO]-&gt;(p:Pokemon)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(p:Pokemon)-[:TEM_TIPO]-&gt;(t:Tipo)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(p:Pokemon)-[:EVOLUI_PARA]-&gt;(p2:Pokemon)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(p:Pokemon)-[:TEM_FRAQUEZA]-&gt;(t:Tipo)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(p:Pokemon)-[:TEM_HABILIDADE]-&gt;(h:Habilidade)</a:t>
            </a:r>
            <a:endParaRPr lang="en-US" sz="1150" dirty="0"/>
          </a:p>
        </p:txBody>
      </p:sp>
      <p:pic>
        <p:nvPicPr>
          <p:cNvPr id="8" name="Image 0" descr="C:\Users\Kaique Alves\Pictures\Screenshots\Captura de tela 2026-06-10 1211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417320"/>
            <a:ext cx="5074920" cy="31546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46520" y="1417320"/>
            <a:ext cx="5074920" cy="3154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425196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041"/>
                </a:solidFill>
              </a:rPr>
              <a:t>No Neo4j, o dado mais importante não é apenas o cadastro isolado, mas também a relação entre os elementos.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446520" y="4828032"/>
            <a:ext cx="5074920" cy="685800"/>
          </a:xfrm>
          <a:prstGeom prst="roundRect">
            <a:avLst>
              <a:gd name="adj" fmla="val 10667"/>
            </a:avLst>
          </a:prstGeom>
          <a:solidFill>
            <a:srgbClr val="E8F7EE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46520" y="4828032"/>
            <a:ext cx="73152" cy="6858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29400" y="496519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Exemplo de leitura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629400" y="5248656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53041"/>
                </a:solidFill>
              </a:rPr>
              <a:t>Um Pokémon pode ter tipo, fraqueza, habilidade e evolução; um usuário pode favoritar ou montar equipes.</a:t>
            </a:r>
            <a:endParaRPr lang="en-US" sz="1320" dirty="0"/>
          </a:p>
        </p:txBody>
      </p:sp>
      <p:sp>
        <p:nvSpPr>
          <p:cNvPr id="15" name="Text 12"/>
          <p:cNvSpPr/>
          <p:nvPr/>
        </p:nvSpPr>
        <p:spPr>
          <a:xfrm>
            <a:off x="11320272" y="63367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POKEDEX EM GRAFOS COM DOCKER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67512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Aplicação funcionando no navegador</a:t>
            </a:r>
            <a:endParaRPr lang="en-US" sz="2600" dirty="0"/>
          </a:p>
        </p:txBody>
      </p:sp>
      <p:pic>
        <p:nvPicPr>
          <p:cNvPr id="6" name="Image 0" descr="C:\Users\Kaique Alves\Pictures\Screenshots\Captura de tela 2026-06-10 1208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6629400" cy="3886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5800" y="1417320"/>
            <a:ext cx="6629400" cy="38862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35240" y="1600200"/>
            <a:ext cx="3886200" cy="2880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30" dirty="0">
                <a:solidFill>
                  <a:srgbClr val="253041"/>
                </a:solidFill>
              </a:rPr>
              <a:t>A porta 3000 do container é publicada na máquina local.</a:t>
            </a:r>
            <a:endParaRPr lang="en-US" sz="1430" dirty="0"/>
          </a:p>
          <a:p>
            <a:pPr marL="177800" indent="-177800">
              <a:buSzPct val="100000"/>
              <a:buChar char="•"/>
            </a:pPr>
            <a:r>
              <a:rPr lang="en-US" sz="1430" dirty="0">
                <a:solidFill>
                  <a:srgbClr val="253041"/>
                </a:solidFill>
              </a:rPr>
              <a:t>O navegador acessa a tela da Pokedex em localhost:3000/app.</a:t>
            </a:r>
            <a:endParaRPr lang="en-US" sz="1430" dirty="0"/>
          </a:p>
          <a:p>
            <a:pPr marL="177800" indent="-177800">
              <a:buSzPct val="100000"/>
              <a:buChar char="•"/>
            </a:pPr>
            <a:r>
              <a:rPr lang="en-US" sz="1430" dirty="0">
                <a:solidFill>
                  <a:srgbClr val="253041"/>
                </a:solidFill>
              </a:rPr>
              <a:t>A indicação API online mostra que o frontend está conseguindo conversar com o backend.</a:t>
            </a:r>
            <a:endParaRPr lang="en-US" sz="1430" dirty="0"/>
          </a:p>
          <a:p>
            <a:pPr marL="177800" indent="-177800">
              <a:buSzPct val="100000"/>
              <a:buChar char="•"/>
            </a:pPr>
            <a:r>
              <a:rPr lang="en-US" sz="1430" dirty="0">
                <a:solidFill>
                  <a:srgbClr val="253041"/>
                </a:solidFill>
              </a:rPr>
              <a:t>As ações de login, favoritos e equipes dependem do backend e do banco Neo4j.</a:t>
            </a:r>
            <a:endParaRPr lang="en-US" sz="1430" dirty="0"/>
          </a:p>
        </p:txBody>
      </p:sp>
      <p:sp>
        <p:nvSpPr>
          <p:cNvPr id="9" name="Text 6"/>
          <p:cNvSpPr/>
          <p:nvPr/>
        </p:nvSpPr>
        <p:spPr>
          <a:xfrm>
            <a:off x="11320272" y="63367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POKEDEX EM GRAFOS COM DOCKER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67512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Divisão da fala entre os 5 integrantes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10744200" cy="749808"/>
          </a:xfrm>
          <a:prstGeom prst="roundRect">
            <a:avLst>
              <a:gd name="adj" fmla="val 9756"/>
            </a:avLst>
          </a:prstGeom>
          <a:solidFill>
            <a:srgbClr val="F7FAFC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2704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Kaique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14600" y="1508760"/>
            <a:ext cx="8458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3041"/>
                </a:solidFill>
              </a:rPr>
              <a:t>Introdução, objetivo do projeto e visão geral da arquitetura Docker.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" y="2221992"/>
            <a:ext cx="10744200" cy="749808"/>
          </a:xfrm>
          <a:prstGeom prst="roundRect">
            <a:avLst>
              <a:gd name="adj" fmla="val 9756"/>
            </a:avLst>
          </a:prstGeom>
          <a:solidFill>
            <a:srgbClr val="F7FAFC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42316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Gustavo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14600" y="2404872"/>
            <a:ext cx="8458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3041"/>
                </a:solidFill>
              </a:rPr>
              <a:t>Dockerfile: imagem da aplicação, multi-stage build e porta 3000.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1520" y="3118104"/>
            <a:ext cx="10744200" cy="749808"/>
          </a:xfrm>
          <a:prstGeom prst="roundRect">
            <a:avLst>
              <a:gd name="adj" fmla="val 9756"/>
            </a:avLst>
          </a:prstGeom>
          <a:solidFill>
            <a:srgbClr val="F7FAFC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31927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Pedro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14600" y="3300984"/>
            <a:ext cx="8458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3041"/>
                </a:solidFill>
              </a:rPr>
              <a:t>Docker Compose: serviços app e neo4j, variáveis e portas.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31520" y="4014216"/>
            <a:ext cx="10744200" cy="749808"/>
          </a:xfrm>
          <a:prstGeom prst="roundRect">
            <a:avLst>
              <a:gd name="adj" fmla="val 9756"/>
            </a:avLst>
          </a:prstGeom>
          <a:solidFill>
            <a:srgbClr val="F7FAFC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21538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Matheus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14600" y="4197096"/>
            <a:ext cx="8458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3041"/>
                </a:solidFill>
              </a:rPr>
              <a:t>Comandos de teste, docker ps, images, stop, rm, redes e volumes.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31520" y="4910328"/>
            <a:ext cx="10744200" cy="749808"/>
          </a:xfrm>
          <a:prstGeom prst="roundRect">
            <a:avLst>
              <a:gd name="adj" fmla="val 9756"/>
            </a:avLst>
          </a:prstGeom>
          <a:solidFill>
            <a:srgbClr val="F7FAFC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511149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Peterson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514600" y="5093208"/>
            <a:ext cx="8458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53041"/>
                </a:solidFill>
              </a:rPr>
              <a:t>Backend, seed, controllers e armazenamento dos dados em grafo.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320272" y="63367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POKEDEX EM GRAFOS COM DOCKER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67512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Fechamento: o que o projeto comprova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6492240" cy="2926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53041"/>
                </a:solidFill>
              </a:rPr>
              <a:t>A aplicação possui Dockerfile funcional e gera uma imagem personalizada.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53041"/>
                </a:solidFill>
              </a:rPr>
              <a:t>O ambiente é multi-container, com aplicação e banco separados.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53041"/>
                </a:solidFill>
              </a:rPr>
              <a:t>O Docker Compose automatiza serviços, portas, variáveis, rede e volumes.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53041"/>
                </a:solidFill>
              </a:rPr>
              <a:t>O Neo4j guarda os dados como grafo e mantém persistência por volume.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53041"/>
                </a:solidFill>
              </a:rPr>
              <a:t>Os prints e comandos comprovam a execução do ambiente e da aplicação.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35240" y="150876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E8F7EE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35240" y="1508760"/>
            <a:ext cx="73152" cy="10515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18120" y="164592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Mensagem final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18120" y="1929384"/>
            <a:ext cx="31546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53041"/>
                </a:solidFill>
              </a:rPr>
              <a:t>O sistema não foi apenas desenvolvido; ele foi preparado para rodar de forma reproduzível em containers.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7635240" y="288036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EAF2FF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35240" y="2880360"/>
            <a:ext cx="73152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18120" y="301752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Demonstração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818120" y="3300984"/>
            <a:ext cx="31546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53041"/>
                </a:solidFill>
              </a:rPr>
              <a:t>Terminal + navegador + Neo4j Browser mostram que o ambiente está funcionando.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7635240" y="4251960"/>
            <a:ext cx="3474720" cy="1051560"/>
          </a:xfrm>
          <a:prstGeom prst="roundRect">
            <a:avLst>
              <a:gd name="adj" fmla="val 6957"/>
            </a:avLst>
          </a:prstGeom>
          <a:solidFill>
            <a:srgbClr val="FFF7E6"/>
          </a:solidFill>
          <a:ln w="12700">
            <a:solidFill>
              <a:srgbClr val="D8E2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35240" y="4251960"/>
            <a:ext cx="73152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18120" y="438912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Aprendizado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818120" y="4672584"/>
            <a:ext cx="31546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53041"/>
                </a:solidFill>
              </a:rPr>
              <a:t>Docker separa aplicação, banco e infraestrutura de uma forma organizada.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11320272" y="63367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Pokedex em Grafos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Pokedex em Grafos com Docker</dc:title>
  <dc:subject>Apresentação Docker</dc:subject>
  <dc:creator>Kaique Vinícius Oliveira Alves</dc:creator>
  <cp:lastModifiedBy>Kaique Vinícius Oliveira Alves</cp:lastModifiedBy>
  <cp:revision>1</cp:revision>
  <dcterms:created xsi:type="dcterms:W3CDTF">2026-06-10T15:38:05Z</dcterms:created>
  <dcterms:modified xsi:type="dcterms:W3CDTF">2026-06-10T15:38:05Z</dcterms:modified>
</cp:coreProperties>
</file>